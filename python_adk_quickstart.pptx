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2747160"/>
            <a:ext cx="638424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Python Quickstart for ADK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47720" y="3666240"/>
            <a:ext cx="898164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.SFNS-Regular_wdth_opsz1FE65F_GRAD_wght2580000"/>
                <a:ea typeface=".SFNS-Regular_wdth_opsz1FE65F_GRAD_wght2580000"/>
              </a:rPr>
              <a:t>Get up and running with Agent Development Kit (ADK)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8033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7720" y="2242080"/>
            <a:ext cx="321660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Prerequisites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066680" y="3867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6" y="58"/>
                  <a:pt x="25" y="46"/>
                  <a:pt x="36" y="34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4"/>
                </a:cubicBezTo>
                <a:cubicBezTo>
                  <a:pt x="215" y="46"/>
                  <a:pt x="224" y="58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47720" y="3124080"/>
            <a:ext cx="7360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Before you start, make sure you have the following installed: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066680" y="434304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5"/>
                  <a:pt x="236" y="151"/>
                  <a:pt x="230" y="165"/>
                </a:cubicBezTo>
                <a:cubicBezTo>
                  <a:pt x="224" y="180"/>
                  <a:pt x="215" y="194"/>
                  <a:pt x="204" y="205"/>
                </a:cubicBezTo>
                <a:cubicBezTo>
                  <a:pt x="193" y="216"/>
                  <a:pt x="180" y="225"/>
                  <a:pt x="165" y="231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9" y="237"/>
                  <a:pt x="74" y="231"/>
                </a:cubicBezTo>
                <a:cubicBezTo>
                  <a:pt x="60" y="225"/>
                  <a:pt x="47" y="216"/>
                  <a:pt x="36" y="205"/>
                </a:cubicBezTo>
                <a:cubicBezTo>
                  <a:pt x="25" y="194"/>
                  <a:pt x="16" y="180"/>
                  <a:pt x="9" y="165"/>
                </a:cubicBezTo>
                <a:cubicBezTo>
                  <a:pt x="3" y="151"/>
                  <a:pt x="0" y="135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7"/>
                  <a:pt x="36" y="35"/>
                </a:cubicBezTo>
                <a:cubicBezTo>
                  <a:pt x="47" y="24"/>
                  <a:pt x="60" y="16"/>
                  <a:pt x="74" y="10"/>
                </a:cubicBezTo>
                <a:cubicBezTo>
                  <a:pt x="89" y="4"/>
                  <a:pt x="104" y="0"/>
                  <a:pt x="120" y="0"/>
                </a:cubicBezTo>
                <a:cubicBezTo>
                  <a:pt x="136" y="0"/>
                  <a:pt x="151" y="4"/>
                  <a:pt x="165" y="10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7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304640" y="4200480"/>
            <a:ext cx="610200" cy="371520"/>
          </a:xfrm>
          <a:custGeom>
            <a:avLst/>
            <a:gdLst/>
            <a:ahLst/>
            <a:rect l="0" t="0" r="r" b="b"/>
            <a:pathLst>
              <a:path w="1695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536" y="0"/>
                </a:lnTo>
                <a:cubicBezTo>
                  <a:pt x="1546" y="0"/>
                  <a:pt x="1557" y="1"/>
                  <a:pt x="1567" y="3"/>
                </a:cubicBezTo>
                <a:cubicBezTo>
                  <a:pt x="1577" y="5"/>
                  <a:pt x="1587" y="8"/>
                  <a:pt x="1597" y="12"/>
                </a:cubicBezTo>
                <a:cubicBezTo>
                  <a:pt x="1606" y="16"/>
                  <a:pt x="1615" y="21"/>
                  <a:pt x="1624" y="26"/>
                </a:cubicBezTo>
                <a:cubicBezTo>
                  <a:pt x="1633" y="32"/>
                  <a:pt x="1641" y="39"/>
                  <a:pt x="1648" y="46"/>
                </a:cubicBezTo>
                <a:cubicBezTo>
                  <a:pt x="1655" y="53"/>
                  <a:pt x="1662" y="62"/>
                  <a:pt x="1668" y="70"/>
                </a:cubicBezTo>
                <a:cubicBezTo>
                  <a:pt x="1674" y="79"/>
                  <a:pt x="1679" y="88"/>
                  <a:pt x="1683" y="98"/>
                </a:cubicBezTo>
                <a:cubicBezTo>
                  <a:pt x="1687" y="107"/>
                  <a:pt x="1690" y="117"/>
                  <a:pt x="1692" y="127"/>
                </a:cubicBezTo>
                <a:cubicBezTo>
                  <a:pt x="1694" y="138"/>
                  <a:pt x="1695" y="148"/>
                  <a:pt x="1695" y="158"/>
                </a:cubicBezTo>
                <a:lnTo>
                  <a:pt x="1695" y="874"/>
                </a:lnTo>
                <a:cubicBezTo>
                  <a:pt x="1695" y="884"/>
                  <a:pt x="1694" y="894"/>
                  <a:pt x="1692" y="905"/>
                </a:cubicBezTo>
                <a:cubicBezTo>
                  <a:pt x="1690" y="915"/>
                  <a:pt x="1687" y="925"/>
                  <a:pt x="1683" y="934"/>
                </a:cubicBezTo>
                <a:cubicBezTo>
                  <a:pt x="1679" y="944"/>
                  <a:pt x="1674" y="953"/>
                  <a:pt x="1668" y="962"/>
                </a:cubicBezTo>
                <a:cubicBezTo>
                  <a:pt x="1662" y="971"/>
                  <a:pt x="1655" y="979"/>
                  <a:pt x="1648" y="986"/>
                </a:cubicBezTo>
                <a:cubicBezTo>
                  <a:pt x="1641" y="993"/>
                  <a:pt x="1633" y="1000"/>
                  <a:pt x="1624" y="1006"/>
                </a:cubicBezTo>
                <a:cubicBezTo>
                  <a:pt x="1615" y="1012"/>
                  <a:pt x="1606" y="1016"/>
                  <a:pt x="1597" y="1020"/>
                </a:cubicBezTo>
                <a:cubicBezTo>
                  <a:pt x="1587" y="1024"/>
                  <a:pt x="1577" y="1027"/>
                  <a:pt x="1567" y="1029"/>
                </a:cubicBezTo>
                <a:cubicBezTo>
                  <a:pt x="1557" y="1031"/>
                  <a:pt x="1546" y="1032"/>
                  <a:pt x="1536" y="1032"/>
                </a:cubicBezTo>
                <a:lnTo>
                  <a:pt x="159" y="1032"/>
                </a:lnTo>
                <a:cubicBezTo>
                  <a:pt x="149" y="1032"/>
                  <a:pt x="138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300320" y="3695760"/>
            <a:ext cx="272916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Python 3.10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or later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393920" y="4248720"/>
            <a:ext cx="424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1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pip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912320" y="4172040"/>
            <a:ext cx="2806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for installing packages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11774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757080" y="261432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7"/>
                </a:ln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3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3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757080" y="261432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7"/>
                </a:ln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20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3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3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757080" y="397656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2"/>
                  <a:pt x="29645" y="4588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4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4"/>
                  <a:pt x="90" y="4620"/>
                </a:cubicBezTo>
                <a:cubicBezTo>
                  <a:pt x="81" y="4616"/>
                  <a:pt x="73" y="4612"/>
                  <a:pt x="65" y="4607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757080" y="3976560"/>
            <a:ext cx="10687320" cy="1667160"/>
          </a:xfrm>
          <a:custGeom>
            <a:avLst/>
            <a:gdLst/>
            <a:ahLst/>
            <a:rect l="0" t="0" r="r" b="b"/>
            <a:pathLst>
              <a:path w="29687" h="4631">
                <a:moveTo>
                  <a:pt x="0" y="448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2"/>
                  <a:pt x="24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4486"/>
                </a:lnTo>
                <a:cubicBezTo>
                  <a:pt x="29687" y="4495"/>
                  <a:pt x="29686" y="4505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2"/>
                  <a:pt x="29645" y="4588"/>
                </a:cubicBezTo>
                <a:cubicBezTo>
                  <a:pt x="29638" y="4595"/>
                  <a:pt x="29630" y="4601"/>
                  <a:pt x="29623" y="4607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4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4"/>
                  <a:pt x="90" y="4620"/>
                </a:cubicBezTo>
                <a:cubicBezTo>
                  <a:pt x="81" y="4616"/>
                  <a:pt x="73" y="4612"/>
                  <a:pt x="65" y="4607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747720" y="1175400"/>
            <a:ext cx="275040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Installation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747720" y="2057400"/>
            <a:ext cx="57045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Install ADK by running the following command: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914400" y="2763360"/>
            <a:ext cx="31093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pip install google-adk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747720" y="3408840"/>
            <a:ext cx="596556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.SFNS-Regular_wdth_opsz1FE65F_GRAD_wght2580000"/>
                <a:ea typeface=".SFNS-Regular_wdth_opsz1FE65F_GRAD_wght2580000"/>
              </a:rPr>
              <a:t>Recommended: Virtual Environment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14400" y="4125600"/>
            <a:ext cx="282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#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Create environment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14400" y="4392360"/>
            <a:ext cx="2826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914400" y="4935240"/>
            <a:ext cx="3674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#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Activate (MacOS / Linux)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14400" y="5202000"/>
            <a:ext cx="3533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source .venv/bin/activate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687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57080" y="274788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9"/>
                  <a:pt x="29663" y="1576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6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6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6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2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757080" y="274788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3"/>
                  <a:pt x="29680" y="1542"/>
                  <a:pt x="29676" y="1551"/>
                </a:cubicBezTo>
                <a:cubicBezTo>
                  <a:pt x="29672" y="1560"/>
                  <a:pt x="29668" y="1569"/>
                  <a:pt x="29663" y="1576"/>
                </a:cubicBezTo>
                <a:cubicBezTo>
                  <a:pt x="29657" y="1584"/>
                  <a:pt x="29651" y="1592"/>
                  <a:pt x="29645" y="1599"/>
                </a:cubicBezTo>
                <a:cubicBezTo>
                  <a:pt x="29638" y="1605"/>
                  <a:pt x="29630" y="1611"/>
                  <a:pt x="29623" y="1617"/>
                </a:cubicBezTo>
                <a:cubicBezTo>
                  <a:pt x="29615" y="1622"/>
                  <a:pt x="29606" y="1626"/>
                  <a:pt x="29597" y="1630"/>
                </a:cubicBezTo>
                <a:cubicBezTo>
                  <a:pt x="29589" y="1634"/>
                  <a:pt x="29579" y="1636"/>
                  <a:pt x="29570" y="1638"/>
                </a:cubicBezTo>
                <a:cubicBezTo>
                  <a:pt x="29561" y="1640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0"/>
                  <a:pt x="117" y="1638"/>
                </a:cubicBezTo>
                <a:cubicBezTo>
                  <a:pt x="108" y="1636"/>
                  <a:pt x="99" y="1634"/>
                  <a:pt x="90" y="1630"/>
                </a:cubicBezTo>
                <a:cubicBezTo>
                  <a:pt x="81" y="1626"/>
                  <a:pt x="73" y="1622"/>
                  <a:pt x="65" y="1617"/>
                </a:cubicBezTo>
                <a:cubicBezTo>
                  <a:pt x="57" y="1611"/>
                  <a:pt x="49" y="1605"/>
                  <a:pt x="43" y="1599"/>
                </a:cubicBezTo>
                <a:cubicBezTo>
                  <a:pt x="36" y="1592"/>
                  <a:pt x="30" y="1584"/>
                  <a:pt x="24" y="1576"/>
                </a:cubicBezTo>
                <a:cubicBezTo>
                  <a:pt x="19" y="1569"/>
                  <a:pt x="15" y="1560"/>
                  <a:pt x="11" y="1551"/>
                </a:cubicBezTo>
                <a:cubicBezTo>
                  <a:pt x="7" y="1542"/>
                  <a:pt x="5" y="1533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757080" y="4109760"/>
            <a:ext cx="10687320" cy="1400760"/>
          </a:xfrm>
          <a:custGeom>
            <a:avLst/>
            <a:gdLst/>
            <a:ahLst/>
            <a:rect l="0" t="0" r="r" b="b"/>
            <a:pathLst>
              <a:path w="29687" h="3891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4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80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80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4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757080" y="4109760"/>
            <a:ext cx="10687320" cy="1400760"/>
          </a:xfrm>
          <a:custGeom>
            <a:avLst/>
            <a:gdLst/>
            <a:ahLst/>
            <a:rect l="0" t="0" r="r" b="b"/>
            <a:pathLst>
              <a:path w="29687" h="3891">
                <a:moveTo>
                  <a:pt x="0" y="374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3745"/>
                </a:lnTo>
                <a:cubicBezTo>
                  <a:pt x="29687" y="3755"/>
                  <a:pt x="29686" y="3764"/>
                  <a:pt x="29684" y="3774"/>
                </a:cubicBezTo>
                <a:cubicBezTo>
                  <a:pt x="29683" y="3783"/>
                  <a:pt x="29680" y="3792"/>
                  <a:pt x="29676" y="3801"/>
                </a:cubicBezTo>
                <a:cubicBezTo>
                  <a:pt x="29672" y="3810"/>
                  <a:pt x="29668" y="3818"/>
                  <a:pt x="29663" y="3826"/>
                </a:cubicBezTo>
                <a:cubicBezTo>
                  <a:pt x="29657" y="3834"/>
                  <a:pt x="29651" y="3841"/>
                  <a:pt x="29645" y="3848"/>
                </a:cubicBezTo>
                <a:cubicBezTo>
                  <a:pt x="29638" y="3855"/>
                  <a:pt x="29630" y="3861"/>
                  <a:pt x="29623" y="3866"/>
                </a:cubicBezTo>
                <a:cubicBezTo>
                  <a:pt x="29615" y="3871"/>
                  <a:pt x="29606" y="3876"/>
                  <a:pt x="29597" y="3880"/>
                </a:cubicBezTo>
                <a:cubicBezTo>
                  <a:pt x="29589" y="3883"/>
                  <a:pt x="29579" y="3886"/>
                  <a:pt x="29570" y="3888"/>
                </a:cubicBezTo>
                <a:cubicBezTo>
                  <a:pt x="29561" y="3890"/>
                  <a:pt x="29551" y="3891"/>
                  <a:pt x="29542" y="3891"/>
                </a:cubicBezTo>
                <a:lnTo>
                  <a:pt x="145" y="3891"/>
                </a:lnTo>
                <a:cubicBezTo>
                  <a:pt x="136" y="3891"/>
                  <a:pt x="126" y="3890"/>
                  <a:pt x="117" y="3888"/>
                </a:cubicBezTo>
                <a:cubicBezTo>
                  <a:pt x="108" y="3886"/>
                  <a:pt x="99" y="3883"/>
                  <a:pt x="90" y="3880"/>
                </a:cubicBezTo>
                <a:cubicBezTo>
                  <a:pt x="81" y="3876"/>
                  <a:pt x="73" y="3871"/>
                  <a:pt x="65" y="3866"/>
                </a:cubicBezTo>
                <a:cubicBezTo>
                  <a:pt x="57" y="3861"/>
                  <a:pt x="49" y="3855"/>
                  <a:pt x="43" y="3848"/>
                </a:cubicBezTo>
                <a:cubicBezTo>
                  <a:pt x="36" y="3841"/>
                  <a:pt x="30" y="3834"/>
                  <a:pt x="24" y="3826"/>
                </a:cubicBezTo>
                <a:cubicBezTo>
                  <a:pt x="19" y="3818"/>
                  <a:pt x="15" y="3810"/>
                  <a:pt x="11" y="3801"/>
                </a:cubicBezTo>
                <a:cubicBezTo>
                  <a:pt x="7" y="3792"/>
                  <a:pt x="5" y="3783"/>
                  <a:pt x="3" y="3774"/>
                </a:cubicBezTo>
                <a:cubicBezTo>
                  <a:pt x="1" y="3764"/>
                  <a:pt x="0" y="3755"/>
                  <a:pt x="0" y="374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47720" y="1308600"/>
            <a:ext cx="582012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Create an Agent Project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723680" y="221904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288" y="0"/>
                </a:lnTo>
                <a:cubicBezTo>
                  <a:pt x="4298" y="0"/>
                  <a:pt x="4308" y="1"/>
                  <a:pt x="4319" y="3"/>
                </a:cubicBezTo>
                <a:cubicBezTo>
                  <a:pt x="4329" y="5"/>
                  <a:pt x="4339" y="8"/>
                  <a:pt x="4348" y="12"/>
                </a:cubicBezTo>
                <a:cubicBezTo>
                  <a:pt x="4358" y="16"/>
                  <a:pt x="4367" y="21"/>
                  <a:pt x="4376" y="27"/>
                </a:cubicBezTo>
                <a:cubicBezTo>
                  <a:pt x="4385" y="33"/>
                  <a:pt x="4393" y="39"/>
                  <a:pt x="4400" y="47"/>
                </a:cubicBezTo>
                <a:cubicBezTo>
                  <a:pt x="4407" y="54"/>
                  <a:pt x="4414" y="62"/>
                  <a:pt x="4420" y="71"/>
                </a:cubicBezTo>
                <a:cubicBezTo>
                  <a:pt x="4425" y="80"/>
                  <a:pt x="4430" y="89"/>
                  <a:pt x="4434" y="98"/>
                </a:cubicBezTo>
                <a:cubicBezTo>
                  <a:pt x="4438" y="108"/>
                  <a:pt x="4441" y="118"/>
                  <a:pt x="4443" y="128"/>
                </a:cubicBezTo>
                <a:cubicBezTo>
                  <a:pt x="4445" y="138"/>
                  <a:pt x="4446" y="149"/>
                  <a:pt x="4446" y="159"/>
                </a:cubicBezTo>
                <a:lnTo>
                  <a:pt x="4446" y="874"/>
                </a:lnTo>
                <a:cubicBezTo>
                  <a:pt x="4446" y="885"/>
                  <a:pt x="4445" y="895"/>
                  <a:pt x="4443" y="905"/>
                </a:cubicBezTo>
                <a:cubicBezTo>
                  <a:pt x="4441" y="916"/>
                  <a:pt x="4438" y="926"/>
                  <a:pt x="4434" y="935"/>
                </a:cubicBezTo>
                <a:cubicBezTo>
                  <a:pt x="4430" y="945"/>
                  <a:pt x="4425" y="954"/>
                  <a:pt x="4420" y="963"/>
                </a:cubicBezTo>
                <a:cubicBezTo>
                  <a:pt x="4414" y="971"/>
                  <a:pt x="4407" y="979"/>
                  <a:pt x="4400" y="987"/>
                </a:cubicBezTo>
                <a:cubicBezTo>
                  <a:pt x="4393" y="994"/>
                  <a:pt x="4385" y="1001"/>
                  <a:pt x="4376" y="1006"/>
                </a:cubicBezTo>
                <a:cubicBezTo>
                  <a:pt x="4367" y="1012"/>
                  <a:pt x="4358" y="1017"/>
                  <a:pt x="4348" y="1021"/>
                </a:cubicBezTo>
                <a:cubicBezTo>
                  <a:pt x="4339" y="1025"/>
                  <a:pt x="4329" y="1028"/>
                  <a:pt x="4319" y="1030"/>
                </a:cubicBezTo>
                <a:cubicBezTo>
                  <a:pt x="4308" y="1032"/>
                  <a:pt x="4298" y="1033"/>
                  <a:pt x="4288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7" y="945"/>
                  <a:pt x="13" y="935"/>
                </a:cubicBezTo>
                <a:cubicBezTo>
                  <a:pt x="9" y="926"/>
                  <a:pt x="6" y="916"/>
                  <a:pt x="4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747720" y="2190600"/>
            <a:ext cx="10436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Run the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814760" y="226728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adk create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322440" y="2190600"/>
            <a:ext cx="476928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command to start a new agent project.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14400" y="2896920"/>
            <a:ext cx="2685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adk create my_agent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47720" y="3542400"/>
            <a:ext cx="2864520" cy="42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390" b="1" u="none" strike="noStrike">
                <a:solidFill>
                  <a:srgbClr val="1f2328"/>
                </a:solidFill>
                <a:effectLst/>
                <a:uFillTx/>
                <a:latin typeface=".SFNS-Regular_wdth_opsz1FE65F_GRAD_wght2580000"/>
                <a:ea typeface=".SFNS-Regular_wdth_opsz1FE65F_GRAD_wght2580000"/>
              </a:rPr>
              <a:t>Project Structure</a:t>
            </a:r>
            <a:endParaRPr lang="en-US" sz="23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914400" y="4258800"/>
            <a:ext cx="127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my_agent/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914400" y="4525560"/>
            <a:ext cx="4946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agent.py      # main agent code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914400" y="4801680"/>
            <a:ext cx="6076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.env          # API keys or project IDs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14400" y="5068440"/>
            <a:ext cx="2120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__init__.py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7655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757080" y="2414520"/>
            <a:ext cx="10687320" cy="3448440"/>
          </a:xfrm>
          <a:custGeom>
            <a:avLst/>
            <a:gdLst/>
            <a:ahLst/>
            <a:rect l="0" t="0" r="r" b="b"/>
            <a:pathLst>
              <a:path w="29687" h="9579">
                <a:moveTo>
                  <a:pt x="0" y="9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433"/>
                </a:lnTo>
                <a:cubicBezTo>
                  <a:pt x="29687" y="9443"/>
                  <a:pt x="29686" y="9452"/>
                  <a:pt x="29684" y="9461"/>
                </a:cubicBezTo>
                <a:cubicBezTo>
                  <a:pt x="29683" y="9471"/>
                  <a:pt x="29680" y="9480"/>
                  <a:pt x="29676" y="9489"/>
                </a:cubicBezTo>
                <a:cubicBezTo>
                  <a:pt x="29672" y="9498"/>
                  <a:pt x="29668" y="9506"/>
                  <a:pt x="29663" y="9514"/>
                </a:cubicBezTo>
                <a:cubicBezTo>
                  <a:pt x="29657" y="9522"/>
                  <a:pt x="29651" y="9529"/>
                  <a:pt x="29645" y="9536"/>
                </a:cubicBezTo>
                <a:cubicBezTo>
                  <a:pt x="29638" y="9543"/>
                  <a:pt x="29630" y="9549"/>
                  <a:pt x="29623" y="9554"/>
                </a:cubicBezTo>
                <a:cubicBezTo>
                  <a:pt x="29615" y="9559"/>
                  <a:pt x="29606" y="9564"/>
                  <a:pt x="29597" y="9568"/>
                </a:cubicBezTo>
                <a:cubicBezTo>
                  <a:pt x="29589" y="9571"/>
                  <a:pt x="29579" y="9574"/>
                  <a:pt x="29570" y="9576"/>
                </a:cubicBezTo>
                <a:cubicBezTo>
                  <a:pt x="29561" y="9578"/>
                  <a:pt x="29551" y="9579"/>
                  <a:pt x="29542" y="9579"/>
                </a:cubicBezTo>
                <a:lnTo>
                  <a:pt x="145" y="9579"/>
                </a:lnTo>
                <a:cubicBezTo>
                  <a:pt x="136" y="9579"/>
                  <a:pt x="126" y="9578"/>
                  <a:pt x="117" y="9576"/>
                </a:cubicBezTo>
                <a:cubicBezTo>
                  <a:pt x="108" y="9574"/>
                  <a:pt x="99" y="9571"/>
                  <a:pt x="90" y="9568"/>
                </a:cubicBezTo>
                <a:cubicBezTo>
                  <a:pt x="81" y="9564"/>
                  <a:pt x="73" y="9559"/>
                  <a:pt x="65" y="9554"/>
                </a:cubicBezTo>
                <a:cubicBezTo>
                  <a:pt x="57" y="9549"/>
                  <a:pt x="49" y="9543"/>
                  <a:pt x="43" y="9536"/>
                </a:cubicBezTo>
                <a:cubicBezTo>
                  <a:pt x="36" y="9529"/>
                  <a:pt x="30" y="9522"/>
                  <a:pt x="24" y="9514"/>
                </a:cubicBezTo>
                <a:cubicBezTo>
                  <a:pt x="19" y="9506"/>
                  <a:pt x="15" y="9498"/>
                  <a:pt x="11" y="9489"/>
                </a:cubicBezTo>
                <a:cubicBezTo>
                  <a:pt x="7" y="9480"/>
                  <a:pt x="5" y="9471"/>
                  <a:pt x="3" y="9461"/>
                </a:cubicBezTo>
                <a:cubicBezTo>
                  <a:pt x="1" y="9452"/>
                  <a:pt x="0" y="9443"/>
                  <a:pt x="0" y="94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57080" y="2414520"/>
            <a:ext cx="10687320" cy="3448440"/>
          </a:xfrm>
          <a:custGeom>
            <a:avLst/>
            <a:gdLst/>
            <a:ahLst/>
            <a:rect l="0" t="0" r="r" b="b"/>
            <a:pathLst>
              <a:path w="29687" h="9579">
                <a:moveTo>
                  <a:pt x="0" y="94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9433"/>
                </a:lnTo>
                <a:cubicBezTo>
                  <a:pt x="29687" y="9443"/>
                  <a:pt x="29686" y="9452"/>
                  <a:pt x="29684" y="9461"/>
                </a:cubicBezTo>
                <a:cubicBezTo>
                  <a:pt x="29683" y="9471"/>
                  <a:pt x="29680" y="9480"/>
                  <a:pt x="29676" y="9489"/>
                </a:cubicBezTo>
                <a:cubicBezTo>
                  <a:pt x="29672" y="9498"/>
                  <a:pt x="29668" y="9506"/>
                  <a:pt x="29663" y="9514"/>
                </a:cubicBezTo>
                <a:cubicBezTo>
                  <a:pt x="29657" y="9522"/>
                  <a:pt x="29651" y="9529"/>
                  <a:pt x="29645" y="9536"/>
                </a:cubicBezTo>
                <a:cubicBezTo>
                  <a:pt x="29638" y="9543"/>
                  <a:pt x="29630" y="9549"/>
                  <a:pt x="29623" y="9554"/>
                </a:cubicBezTo>
                <a:cubicBezTo>
                  <a:pt x="29615" y="9559"/>
                  <a:pt x="29606" y="9564"/>
                  <a:pt x="29597" y="9568"/>
                </a:cubicBezTo>
                <a:cubicBezTo>
                  <a:pt x="29589" y="9571"/>
                  <a:pt x="29579" y="9574"/>
                  <a:pt x="29570" y="9576"/>
                </a:cubicBezTo>
                <a:cubicBezTo>
                  <a:pt x="29561" y="9578"/>
                  <a:pt x="29551" y="9579"/>
                  <a:pt x="29542" y="9579"/>
                </a:cubicBezTo>
                <a:lnTo>
                  <a:pt x="145" y="9579"/>
                </a:lnTo>
                <a:cubicBezTo>
                  <a:pt x="136" y="9579"/>
                  <a:pt x="126" y="9578"/>
                  <a:pt x="117" y="9576"/>
                </a:cubicBezTo>
                <a:cubicBezTo>
                  <a:pt x="108" y="9574"/>
                  <a:pt x="99" y="9571"/>
                  <a:pt x="90" y="9568"/>
                </a:cubicBezTo>
                <a:cubicBezTo>
                  <a:pt x="81" y="9564"/>
                  <a:pt x="73" y="9559"/>
                  <a:pt x="65" y="9554"/>
                </a:cubicBezTo>
                <a:cubicBezTo>
                  <a:pt x="57" y="9549"/>
                  <a:pt x="49" y="9543"/>
                  <a:pt x="43" y="9536"/>
                </a:cubicBezTo>
                <a:cubicBezTo>
                  <a:pt x="36" y="9529"/>
                  <a:pt x="30" y="9522"/>
                  <a:pt x="24" y="9514"/>
                </a:cubicBezTo>
                <a:cubicBezTo>
                  <a:pt x="19" y="9506"/>
                  <a:pt x="15" y="9498"/>
                  <a:pt x="11" y="9489"/>
                </a:cubicBezTo>
                <a:cubicBezTo>
                  <a:pt x="7" y="9480"/>
                  <a:pt x="5" y="9471"/>
                  <a:pt x="3" y="9461"/>
                </a:cubicBezTo>
                <a:cubicBezTo>
                  <a:pt x="1" y="9452"/>
                  <a:pt x="0" y="9443"/>
                  <a:pt x="0" y="94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752720" y="1019160"/>
            <a:ext cx="2305440" cy="514440"/>
          </a:xfrm>
          <a:custGeom>
            <a:avLst/>
            <a:gdLst/>
            <a:ahLst/>
            <a:rect l="0" t="0" r="r" b="b"/>
            <a:pathLst>
              <a:path w="6404" h="1429">
                <a:moveTo>
                  <a:pt x="0" y="127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245" y="0"/>
                </a:lnTo>
                <a:cubicBezTo>
                  <a:pt x="6256" y="0"/>
                  <a:pt x="6266" y="1"/>
                  <a:pt x="6276" y="3"/>
                </a:cubicBezTo>
                <a:cubicBezTo>
                  <a:pt x="6287" y="5"/>
                  <a:pt x="6296" y="8"/>
                  <a:pt x="6306" y="12"/>
                </a:cubicBezTo>
                <a:cubicBezTo>
                  <a:pt x="6316" y="16"/>
                  <a:pt x="6325" y="21"/>
                  <a:pt x="6334" y="26"/>
                </a:cubicBezTo>
                <a:cubicBezTo>
                  <a:pt x="6342" y="32"/>
                  <a:pt x="6350" y="39"/>
                  <a:pt x="6358" y="46"/>
                </a:cubicBezTo>
                <a:cubicBezTo>
                  <a:pt x="6365" y="53"/>
                  <a:pt x="6372" y="61"/>
                  <a:pt x="6377" y="70"/>
                </a:cubicBezTo>
                <a:cubicBezTo>
                  <a:pt x="6383" y="79"/>
                  <a:pt x="6388" y="88"/>
                  <a:pt x="6392" y="98"/>
                </a:cubicBezTo>
                <a:cubicBezTo>
                  <a:pt x="6396" y="107"/>
                  <a:pt x="6399" y="117"/>
                  <a:pt x="6401" y="127"/>
                </a:cubicBezTo>
                <a:cubicBezTo>
                  <a:pt x="6403" y="138"/>
                  <a:pt x="6404" y="148"/>
                  <a:pt x="6404" y="158"/>
                </a:cubicBezTo>
                <a:lnTo>
                  <a:pt x="6404" y="1271"/>
                </a:lnTo>
                <a:cubicBezTo>
                  <a:pt x="6404" y="1281"/>
                  <a:pt x="6403" y="1291"/>
                  <a:pt x="6401" y="1302"/>
                </a:cubicBezTo>
                <a:cubicBezTo>
                  <a:pt x="6399" y="1312"/>
                  <a:pt x="6396" y="1322"/>
                  <a:pt x="6392" y="1331"/>
                </a:cubicBezTo>
                <a:cubicBezTo>
                  <a:pt x="6388" y="1341"/>
                  <a:pt x="6383" y="1350"/>
                  <a:pt x="6377" y="1359"/>
                </a:cubicBezTo>
                <a:cubicBezTo>
                  <a:pt x="6372" y="1367"/>
                  <a:pt x="6365" y="1375"/>
                  <a:pt x="6358" y="1383"/>
                </a:cubicBezTo>
                <a:cubicBezTo>
                  <a:pt x="6350" y="1390"/>
                  <a:pt x="6342" y="1397"/>
                  <a:pt x="6334" y="1403"/>
                </a:cubicBezTo>
                <a:cubicBezTo>
                  <a:pt x="6325" y="1408"/>
                  <a:pt x="6316" y="1413"/>
                  <a:pt x="6306" y="1417"/>
                </a:cubicBezTo>
                <a:cubicBezTo>
                  <a:pt x="6296" y="1421"/>
                  <a:pt x="6287" y="1424"/>
                  <a:pt x="6276" y="1426"/>
                </a:cubicBezTo>
                <a:cubicBezTo>
                  <a:pt x="6266" y="1428"/>
                  <a:pt x="6256" y="1429"/>
                  <a:pt x="6245" y="1429"/>
                </a:cubicBezTo>
                <a:lnTo>
                  <a:pt x="159" y="1429"/>
                </a:lnTo>
                <a:cubicBezTo>
                  <a:pt x="149" y="1429"/>
                  <a:pt x="138" y="1428"/>
                  <a:pt x="128" y="1426"/>
                </a:cubicBezTo>
                <a:cubicBezTo>
                  <a:pt x="118" y="1424"/>
                  <a:pt x="108" y="1421"/>
                  <a:pt x="98" y="1417"/>
                </a:cubicBezTo>
                <a:cubicBezTo>
                  <a:pt x="89" y="1413"/>
                  <a:pt x="79" y="1408"/>
                  <a:pt x="71" y="1403"/>
                </a:cubicBezTo>
                <a:cubicBezTo>
                  <a:pt x="62" y="1397"/>
                  <a:pt x="54" y="1390"/>
                  <a:pt x="47" y="1383"/>
                </a:cubicBezTo>
                <a:cubicBezTo>
                  <a:pt x="39" y="1375"/>
                  <a:pt x="33" y="1367"/>
                  <a:pt x="27" y="1359"/>
                </a:cubicBezTo>
                <a:cubicBezTo>
                  <a:pt x="21" y="1350"/>
                  <a:pt x="16" y="1341"/>
                  <a:pt x="12" y="1331"/>
                </a:cubicBezTo>
                <a:cubicBezTo>
                  <a:pt x="8" y="1322"/>
                  <a:pt x="5" y="1312"/>
                  <a:pt x="3" y="1302"/>
                </a:cubicBezTo>
                <a:cubicBezTo>
                  <a:pt x="1" y="1291"/>
                  <a:pt x="0" y="1281"/>
                  <a:pt x="0" y="12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747720" y="956160"/>
            <a:ext cx="491220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Update Your Agent (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837680" y="1018440"/>
            <a:ext cx="2129400" cy="51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Menlo"/>
                <a:ea typeface="Menlo"/>
              </a:rPr>
              <a:t>agent.py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7054560" y="956160"/>
            <a:ext cx="44172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)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181320" y="1876320"/>
            <a:ext cx="1600560" cy="371880"/>
          </a:xfrm>
          <a:custGeom>
            <a:avLst/>
            <a:gdLst/>
            <a:ahLst/>
            <a:rect l="0" t="0" r="r" b="b"/>
            <a:pathLst>
              <a:path w="4446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4287" y="0"/>
                </a:lnTo>
                <a:cubicBezTo>
                  <a:pt x="4297" y="0"/>
                  <a:pt x="4308" y="1"/>
                  <a:pt x="4318" y="3"/>
                </a:cubicBezTo>
                <a:cubicBezTo>
                  <a:pt x="4328" y="5"/>
                  <a:pt x="4338" y="8"/>
                  <a:pt x="4348" y="12"/>
                </a:cubicBezTo>
                <a:cubicBezTo>
                  <a:pt x="4357" y="16"/>
                  <a:pt x="4366" y="21"/>
                  <a:pt x="4375" y="27"/>
                </a:cubicBezTo>
                <a:cubicBezTo>
                  <a:pt x="4384" y="32"/>
                  <a:pt x="4392" y="39"/>
                  <a:pt x="4399" y="46"/>
                </a:cubicBezTo>
                <a:cubicBezTo>
                  <a:pt x="4406" y="54"/>
                  <a:pt x="4413" y="62"/>
                  <a:pt x="4419" y="70"/>
                </a:cubicBezTo>
                <a:cubicBezTo>
                  <a:pt x="4425" y="79"/>
                  <a:pt x="4430" y="88"/>
                  <a:pt x="4433" y="98"/>
                </a:cubicBezTo>
                <a:cubicBezTo>
                  <a:pt x="4437" y="107"/>
                  <a:pt x="4440" y="117"/>
                  <a:pt x="4443" y="128"/>
                </a:cubicBezTo>
                <a:cubicBezTo>
                  <a:pt x="4445" y="138"/>
                  <a:pt x="4446" y="148"/>
                  <a:pt x="4446" y="159"/>
                </a:cubicBezTo>
                <a:lnTo>
                  <a:pt x="4446" y="874"/>
                </a:lnTo>
                <a:cubicBezTo>
                  <a:pt x="4446" y="884"/>
                  <a:pt x="4445" y="895"/>
                  <a:pt x="4443" y="905"/>
                </a:cubicBezTo>
                <a:cubicBezTo>
                  <a:pt x="4440" y="915"/>
                  <a:pt x="4437" y="925"/>
                  <a:pt x="4433" y="935"/>
                </a:cubicBezTo>
                <a:cubicBezTo>
                  <a:pt x="4430" y="944"/>
                  <a:pt x="4425" y="953"/>
                  <a:pt x="4419" y="962"/>
                </a:cubicBezTo>
                <a:cubicBezTo>
                  <a:pt x="4413" y="971"/>
                  <a:pt x="4406" y="979"/>
                  <a:pt x="4399" y="986"/>
                </a:cubicBezTo>
                <a:cubicBezTo>
                  <a:pt x="4392" y="994"/>
                  <a:pt x="4384" y="1000"/>
                  <a:pt x="4375" y="1006"/>
                </a:cubicBezTo>
                <a:cubicBezTo>
                  <a:pt x="4366" y="1012"/>
                  <a:pt x="4357" y="1017"/>
                  <a:pt x="4348" y="1021"/>
                </a:cubicBezTo>
                <a:cubicBezTo>
                  <a:pt x="4338" y="1025"/>
                  <a:pt x="4328" y="1028"/>
                  <a:pt x="4318" y="1030"/>
                </a:cubicBezTo>
                <a:cubicBezTo>
                  <a:pt x="4308" y="1032"/>
                  <a:pt x="4297" y="1033"/>
                  <a:pt x="4287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1" y="1000"/>
                  <a:pt x="53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47720" y="1847880"/>
            <a:ext cx="25311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Define tools and the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270960" y="1924560"/>
            <a:ext cx="1413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root_agent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778280" y="1847880"/>
            <a:ext cx="22543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for your assistant.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914400" y="2563560"/>
            <a:ext cx="6153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from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google.adk.agents.llm_agent </a:t>
            </a:r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import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Agent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914400" y="3087720"/>
            <a:ext cx="5469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def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1790" b="0" u="none" strike="noStrike">
                <a:solidFill>
                  <a:srgbClr val="6639ba"/>
                </a:solidFill>
                <a:effectLst/>
                <a:uFillTx/>
                <a:latin typeface="Menlo"/>
                <a:ea typeface="Menlo"/>
              </a:rPr>
              <a:t>get_current_time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(city: </a:t>
            </a:r>
            <a:r>
              <a:rPr lang="en-US" sz="179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str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) -&gt; </a:t>
            </a:r>
            <a:r>
              <a:rPr lang="en-US" sz="1790" b="0" u="none" strike="noStrike">
                <a:solidFill>
                  <a:srgbClr val="953800"/>
                </a:solidFill>
                <a:effectLst/>
                <a:uFillTx/>
                <a:latin typeface="Menlo"/>
                <a:ea typeface="Menlo"/>
              </a:rPr>
              <a:t>dict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914400" y="3345480"/>
            <a:ext cx="75196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"""Returns the current time in a specified city."""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914400" y="3602880"/>
            <a:ext cx="90252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</a:t>
            </a:r>
            <a:r>
              <a:rPr lang="en-US" sz="1790" b="0" u="none" strike="noStrike">
                <a:solidFill>
                  <a:srgbClr val="cf222e"/>
                </a:solidFill>
                <a:effectLst/>
                <a:uFillTx/>
                <a:latin typeface="Menlo"/>
                <a:ea typeface="Menlo"/>
              </a:rPr>
              <a:t>return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{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"status"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"success"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, 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"city"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city, 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"time"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: 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"10:30 AM"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}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914400" y="4127040"/>
            <a:ext cx="25981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root_agent = Agent(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914400" y="4384440"/>
            <a:ext cx="39657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model=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'gemini-1.5-flash'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914400" y="4651200"/>
            <a:ext cx="30085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name=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'root_agent'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914400" y="4908600"/>
            <a:ext cx="103906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instruction=</a:t>
            </a:r>
            <a:r>
              <a:rPr lang="en-US" sz="1790" b="0" u="none" strike="noStrike">
                <a:solidFill>
                  <a:srgbClr val="0a3069"/>
                </a:solidFill>
                <a:effectLst/>
                <a:uFillTx/>
                <a:latin typeface="Menlo"/>
                <a:ea typeface="Menlo"/>
              </a:rPr>
              <a:t>"You are a helpful assistant. Use 'get_current_time' tool."</a:t>
            </a:r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,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14400" y="5166000"/>
            <a:ext cx="39654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tools=[get_current_time],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914400" y="5432760"/>
            <a:ext cx="2264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79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)</a:t>
            </a:r>
            <a:endParaRPr lang="en-US" sz="17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1770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57080" y="379548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7"/>
                </a:ln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757080" y="379548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7"/>
                </a:ln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752400" y="4543200"/>
            <a:ext cx="66960" cy="410040"/>
          </a:xfrm>
          <a:custGeom>
            <a:avLst/>
            <a:gdLst/>
            <a:ahLst/>
            <a:rect l="0" t="0" r="r" b="b"/>
            <a:pathLst>
              <a:path w="186" h="1139">
                <a:moveTo>
                  <a:pt x="0" y="0"/>
                </a:moveTo>
                <a:lnTo>
                  <a:pt x="186" y="0"/>
                </a:lnTo>
                <a:lnTo>
                  <a:pt x="186" y="1139"/>
                </a:lnTo>
                <a:lnTo>
                  <a:pt x="0" y="113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747720" y="1870560"/>
            <a:ext cx="415044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Set Your API Key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019520" y="2752560"/>
            <a:ext cx="43549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1. Get a key from </a:t>
            </a:r>
            <a:r>
              <a:rPr lang="en-US" sz="2170" b="0" u="none" strike="noStrike">
                <a:solidFill>
                  <a:srgbClr val="80bcfe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Google AI Studio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076560" y="3257280"/>
            <a:ext cx="752760" cy="371880"/>
          </a:xfrm>
          <a:custGeom>
            <a:avLst/>
            <a:gdLst/>
            <a:ahLst/>
            <a:rect l="0" t="0" r="r" b="b"/>
            <a:pathLst>
              <a:path w="209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932" y="0"/>
                </a:lnTo>
                <a:cubicBezTo>
                  <a:pt x="1942" y="0"/>
                  <a:pt x="1953" y="1"/>
                  <a:pt x="1963" y="3"/>
                </a:cubicBezTo>
                <a:cubicBezTo>
                  <a:pt x="1973" y="5"/>
                  <a:pt x="1983" y="8"/>
                  <a:pt x="1993" y="12"/>
                </a:cubicBezTo>
                <a:cubicBezTo>
                  <a:pt x="2002" y="16"/>
                  <a:pt x="2012" y="21"/>
                  <a:pt x="2020" y="27"/>
                </a:cubicBezTo>
                <a:cubicBezTo>
                  <a:pt x="2029" y="33"/>
                  <a:pt x="2037" y="39"/>
                  <a:pt x="2044" y="47"/>
                </a:cubicBezTo>
                <a:cubicBezTo>
                  <a:pt x="2052" y="54"/>
                  <a:pt x="2058" y="62"/>
                  <a:pt x="2064" y="71"/>
                </a:cubicBezTo>
                <a:cubicBezTo>
                  <a:pt x="2070" y="79"/>
                  <a:pt x="2075" y="89"/>
                  <a:pt x="2079" y="98"/>
                </a:cubicBezTo>
                <a:cubicBezTo>
                  <a:pt x="2083" y="108"/>
                  <a:pt x="2086" y="118"/>
                  <a:pt x="2088" y="128"/>
                </a:cubicBezTo>
                <a:cubicBezTo>
                  <a:pt x="2090" y="138"/>
                  <a:pt x="2091" y="149"/>
                  <a:pt x="2091" y="159"/>
                </a:cubicBezTo>
                <a:lnTo>
                  <a:pt x="2091" y="874"/>
                </a:lnTo>
                <a:cubicBezTo>
                  <a:pt x="2091" y="885"/>
                  <a:pt x="2090" y="895"/>
                  <a:pt x="2088" y="905"/>
                </a:cubicBezTo>
                <a:cubicBezTo>
                  <a:pt x="2086" y="916"/>
                  <a:pt x="2083" y="925"/>
                  <a:pt x="2079" y="935"/>
                </a:cubicBezTo>
                <a:cubicBezTo>
                  <a:pt x="2075" y="945"/>
                  <a:pt x="2070" y="954"/>
                  <a:pt x="2064" y="963"/>
                </a:cubicBezTo>
                <a:cubicBezTo>
                  <a:pt x="2058" y="971"/>
                  <a:pt x="2052" y="979"/>
                  <a:pt x="2044" y="987"/>
                </a:cubicBezTo>
                <a:cubicBezTo>
                  <a:pt x="2037" y="994"/>
                  <a:pt x="2029" y="1001"/>
                  <a:pt x="2020" y="1006"/>
                </a:cubicBezTo>
                <a:cubicBezTo>
                  <a:pt x="2012" y="1012"/>
                  <a:pt x="2002" y="1017"/>
                  <a:pt x="1993" y="1021"/>
                </a:cubicBezTo>
                <a:cubicBezTo>
                  <a:pt x="1983" y="1025"/>
                  <a:pt x="1973" y="1028"/>
                  <a:pt x="1963" y="1030"/>
                </a:cubicBezTo>
                <a:cubicBezTo>
                  <a:pt x="1953" y="1032"/>
                  <a:pt x="1942" y="1033"/>
                  <a:pt x="1932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1" y="1001"/>
                  <a:pt x="53" y="994"/>
                  <a:pt x="46" y="987"/>
                </a:cubicBezTo>
                <a:cubicBezTo>
                  <a:pt x="39" y="979"/>
                  <a:pt x="32" y="971"/>
                  <a:pt x="26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19520" y="3228840"/>
            <a:ext cx="216216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2. Write it to your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3169800" y="3305520"/>
            <a:ext cx="5659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.env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829320" y="3228840"/>
            <a:ext cx="50652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 file: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914400" y="3944520"/>
            <a:ext cx="6076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echo 'GOOGLE_API_KEY="YOUR_API_KEY"' &gt; .env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90440" y="4552920"/>
            <a:ext cx="93229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1" u="none" strike="noStrike">
                <a:solidFill>
                  <a:srgbClr val="59636e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Tip: </a:t>
            </a:r>
            <a:r>
              <a:rPr lang="en-US" sz="2170" b="0" u="none" strike="noStrike">
                <a:solidFill>
                  <a:srgbClr val="59636e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ADK supports many generative AI models and authentication methods.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57080" y="354780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57080" y="3547800"/>
            <a:ext cx="10687320" cy="591120"/>
          </a:xfrm>
          <a:custGeom>
            <a:avLst/>
            <a:gdLst/>
            <a:ahLst/>
            <a:rect l="0" t="0" r="r" b="b"/>
            <a:pathLst>
              <a:path w="29687" h="1642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6"/>
                  <a:pt x="29686" y="1515"/>
                  <a:pt x="29684" y="1525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1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1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2"/>
                  <a:pt x="29542" y="1642"/>
                </a:cubicBezTo>
                <a:lnTo>
                  <a:pt x="145" y="1642"/>
                </a:lnTo>
                <a:cubicBezTo>
                  <a:pt x="136" y="1642"/>
                  <a:pt x="126" y="1641"/>
                  <a:pt x="117" y="1639"/>
                </a:cubicBezTo>
                <a:cubicBezTo>
                  <a:pt x="108" y="1637"/>
                  <a:pt x="99" y="1634"/>
                  <a:pt x="90" y="1631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1"/>
                  <a:pt x="11" y="1552"/>
                </a:cubicBezTo>
                <a:cubicBezTo>
                  <a:pt x="7" y="1543"/>
                  <a:pt x="5" y="1534"/>
                  <a:pt x="3" y="1525"/>
                </a:cubicBezTo>
                <a:cubicBezTo>
                  <a:pt x="1" y="1515"/>
                  <a:pt x="0" y="1506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47720" y="2108880"/>
            <a:ext cx="488772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Run Your Agent: CLI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47720" y="2990880"/>
            <a:ext cx="682380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Run your agent using the interactive command-line tool.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14400" y="3696840"/>
            <a:ext cx="22615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adk run my_agent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17795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57080" y="302400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1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57080" y="3024000"/>
            <a:ext cx="10687320" cy="590760"/>
          </a:xfrm>
          <a:custGeom>
            <a:avLst/>
            <a:gdLst/>
            <a:ahLst/>
            <a:rect l="0" t="0" r="r" b="b"/>
            <a:pathLst>
              <a:path w="29687" h="1641">
                <a:moveTo>
                  <a:pt x="0" y="149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1496"/>
                </a:lnTo>
                <a:cubicBezTo>
                  <a:pt x="29687" y="1505"/>
                  <a:pt x="29686" y="1515"/>
                  <a:pt x="29684" y="1524"/>
                </a:cubicBezTo>
                <a:cubicBezTo>
                  <a:pt x="29683" y="1534"/>
                  <a:pt x="29680" y="1543"/>
                  <a:pt x="29676" y="1552"/>
                </a:cubicBezTo>
                <a:cubicBezTo>
                  <a:pt x="29672" y="1560"/>
                  <a:pt x="29668" y="1569"/>
                  <a:pt x="29663" y="1577"/>
                </a:cubicBezTo>
                <a:cubicBezTo>
                  <a:pt x="29657" y="1585"/>
                  <a:pt x="29651" y="1592"/>
                  <a:pt x="29645" y="1599"/>
                </a:cubicBezTo>
                <a:cubicBezTo>
                  <a:pt x="29638" y="1606"/>
                  <a:pt x="29630" y="1612"/>
                  <a:pt x="29623" y="1617"/>
                </a:cubicBezTo>
                <a:cubicBezTo>
                  <a:pt x="29615" y="1622"/>
                  <a:pt x="29606" y="1627"/>
                  <a:pt x="29597" y="1630"/>
                </a:cubicBezTo>
                <a:cubicBezTo>
                  <a:pt x="29589" y="1634"/>
                  <a:pt x="29579" y="1637"/>
                  <a:pt x="29570" y="1639"/>
                </a:cubicBezTo>
                <a:cubicBezTo>
                  <a:pt x="29561" y="1641"/>
                  <a:pt x="29551" y="1641"/>
                  <a:pt x="29542" y="1641"/>
                </a:cubicBezTo>
                <a:lnTo>
                  <a:pt x="145" y="1641"/>
                </a:lnTo>
                <a:cubicBezTo>
                  <a:pt x="136" y="1641"/>
                  <a:pt x="126" y="1641"/>
                  <a:pt x="117" y="1639"/>
                </a:cubicBezTo>
                <a:cubicBezTo>
                  <a:pt x="108" y="1637"/>
                  <a:pt x="99" y="1634"/>
                  <a:pt x="90" y="1630"/>
                </a:cubicBezTo>
                <a:cubicBezTo>
                  <a:pt x="81" y="1627"/>
                  <a:pt x="73" y="1622"/>
                  <a:pt x="65" y="1617"/>
                </a:cubicBezTo>
                <a:cubicBezTo>
                  <a:pt x="57" y="1612"/>
                  <a:pt x="49" y="1606"/>
                  <a:pt x="43" y="1599"/>
                </a:cubicBezTo>
                <a:cubicBezTo>
                  <a:pt x="36" y="1592"/>
                  <a:pt x="30" y="1585"/>
                  <a:pt x="24" y="1577"/>
                </a:cubicBezTo>
                <a:cubicBezTo>
                  <a:pt x="19" y="1569"/>
                  <a:pt x="15" y="1560"/>
                  <a:pt x="11" y="1552"/>
                </a:cubicBezTo>
                <a:cubicBezTo>
                  <a:pt x="7" y="1543"/>
                  <a:pt x="5" y="1534"/>
                  <a:pt x="3" y="1524"/>
                </a:cubicBezTo>
                <a:cubicBezTo>
                  <a:pt x="1" y="1515"/>
                  <a:pt x="0" y="1505"/>
                  <a:pt x="0" y="149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747720" y="1585080"/>
            <a:ext cx="746640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Run Your Agent: Web Interface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47720" y="2467080"/>
            <a:ext cx="69620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Test and interact with your agent through a web browser.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1066680" y="39528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3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3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14400" y="3173040"/>
            <a:ext cx="2685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adk web --port 8000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581200" y="3809880"/>
            <a:ext cx="3162600" cy="371880"/>
          </a:xfrm>
          <a:custGeom>
            <a:avLst/>
            <a:gdLst/>
            <a:ahLst/>
            <a:rect l="0" t="0" r="r" b="b"/>
            <a:pathLst>
              <a:path w="878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8626" y="0"/>
                </a:lnTo>
                <a:cubicBezTo>
                  <a:pt x="8637" y="0"/>
                  <a:pt x="8647" y="1"/>
                  <a:pt x="8657" y="3"/>
                </a:cubicBezTo>
                <a:cubicBezTo>
                  <a:pt x="8667" y="5"/>
                  <a:pt x="8677" y="8"/>
                  <a:pt x="8687" y="12"/>
                </a:cubicBezTo>
                <a:cubicBezTo>
                  <a:pt x="8697" y="16"/>
                  <a:pt x="8706" y="21"/>
                  <a:pt x="8714" y="27"/>
                </a:cubicBezTo>
                <a:cubicBezTo>
                  <a:pt x="8723" y="32"/>
                  <a:pt x="8731" y="39"/>
                  <a:pt x="8738" y="46"/>
                </a:cubicBezTo>
                <a:cubicBezTo>
                  <a:pt x="8746" y="54"/>
                  <a:pt x="8752" y="62"/>
                  <a:pt x="8758" y="70"/>
                </a:cubicBezTo>
                <a:cubicBezTo>
                  <a:pt x="8764" y="79"/>
                  <a:pt x="8769" y="88"/>
                  <a:pt x="8773" y="98"/>
                </a:cubicBezTo>
                <a:cubicBezTo>
                  <a:pt x="8777" y="107"/>
                  <a:pt x="8780" y="117"/>
                  <a:pt x="8782" y="128"/>
                </a:cubicBezTo>
                <a:cubicBezTo>
                  <a:pt x="8784" y="138"/>
                  <a:pt x="8785" y="148"/>
                  <a:pt x="8785" y="159"/>
                </a:cubicBezTo>
                <a:lnTo>
                  <a:pt x="8785" y="874"/>
                </a:lnTo>
                <a:cubicBezTo>
                  <a:pt x="8785" y="884"/>
                  <a:pt x="8784" y="895"/>
                  <a:pt x="8782" y="905"/>
                </a:cubicBezTo>
                <a:cubicBezTo>
                  <a:pt x="8780" y="915"/>
                  <a:pt x="8777" y="925"/>
                  <a:pt x="8773" y="935"/>
                </a:cubicBezTo>
                <a:cubicBezTo>
                  <a:pt x="8769" y="944"/>
                  <a:pt x="8764" y="953"/>
                  <a:pt x="8758" y="962"/>
                </a:cubicBezTo>
                <a:cubicBezTo>
                  <a:pt x="8752" y="971"/>
                  <a:pt x="8746" y="979"/>
                  <a:pt x="8738" y="986"/>
                </a:cubicBezTo>
                <a:cubicBezTo>
                  <a:pt x="8731" y="994"/>
                  <a:pt x="8723" y="1000"/>
                  <a:pt x="8714" y="1006"/>
                </a:cubicBezTo>
                <a:cubicBezTo>
                  <a:pt x="8706" y="1012"/>
                  <a:pt x="8697" y="1017"/>
                  <a:pt x="8687" y="1021"/>
                </a:cubicBezTo>
                <a:cubicBezTo>
                  <a:pt x="8677" y="1025"/>
                  <a:pt x="8667" y="1028"/>
                  <a:pt x="8657" y="1030"/>
                </a:cubicBezTo>
                <a:cubicBezTo>
                  <a:pt x="8647" y="1032"/>
                  <a:pt x="8637" y="1033"/>
                  <a:pt x="8626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300320" y="3781440"/>
            <a:ext cx="13496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Access at: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066680" y="4438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677680" y="3858120"/>
            <a:ext cx="2967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http://localhost:8000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300320" y="4267080"/>
            <a:ext cx="42638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Select the agent and start chatting!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1176696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47720" y="2004120"/>
            <a:ext cx="267696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Next Steps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066680" y="361944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3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3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747720" y="2886120"/>
            <a:ext cx="7023240" cy="369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Now that you have your first agent running, explore more: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066680" y="410508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1"/>
                  <a:pt x="230" y="166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4" y="239"/>
                  <a:pt x="89" y="236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6"/>
                </a:cubicBezTo>
                <a:cubicBezTo>
                  <a:pt x="3" y="151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5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300320" y="3448080"/>
            <a:ext cx="61786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Build your agent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Follow the full tutorial guides.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066680" y="45907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5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4" y="240"/>
                  <a:pt x="89" y="237"/>
                  <a:pt x="74" y="230"/>
                </a:cubicBezTo>
                <a:cubicBezTo>
                  <a:pt x="60" y="224"/>
                  <a:pt x="47" y="215"/>
                  <a:pt x="36" y="204"/>
                </a:cubicBezTo>
                <a:cubicBezTo>
                  <a:pt x="25" y="193"/>
                  <a:pt x="16" y="180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4"/>
                  <a:pt x="3" y="88"/>
                  <a:pt x="9" y="74"/>
                </a:cubicBezTo>
                <a:cubicBezTo>
                  <a:pt x="16" y="59"/>
                  <a:pt x="25" y="46"/>
                  <a:pt x="36" y="35"/>
                </a:cubicBezTo>
                <a:cubicBezTo>
                  <a:pt x="47" y="24"/>
                  <a:pt x="60" y="16"/>
                  <a:pt x="74" y="9"/>
                </a:cubicBezTo>
                <a:cubicBezTo>
                  <a:pt x="89" y="3"/>
                  <a:pt x="104" y="0"/>
                  <a:pt x="120" y="0"/>
                </a:cubicBezTo>
                <a:cubicBezTo>
                  <a:pt x="136" y="0"/>
                  <a:pt x="151" y="3"/>
                  <a:pt x="165" y="9"/>
                </a:cubicBezTo>
                <a:cubicBezTo>
                  <a:pt x="180" y="16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4"/>
                  <a:pt x="239" y="11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300320" y="3933720"/>
            <a:ext cx="63630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Custom Tools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Add complex logic to your agents.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300320" y="4419720"/>
            <a:ext cx="65923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.SFNS-Regular_wdth_opsz1D0000_GRAD_wght2580000"/>
                <a:ea typeface=".SFNS-Regular_wdth_opsz1D0000_GRAD_wght2580000"/>
              </a:rPr>
              <a:t>Cloud Deployment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.SFNS-Regular_wdth_opsz1D0000_GRAD_wght"/>
                <a:ea typeface=".SFNS-Regular_wdth_opsz1D0000_GRAD_wght"/>
              </a:rPr>
              <a:t>: Move from local to production.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11763720" y="6327720"/>
            <a:ext cx="22824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47720" y="2661120"/>
            <a:ext cx="2727000" cy="623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.SFNS-Regular_wdth_opsz2E6666_GRAD_wght2580000"/>
                <a:ea typeface=".SFNS-Regular_wdth_opsz2E6666_GRAD_wght2580000"/>
              </a:rPr>
              <a:t>Thank You!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747720" y="3578400"/>
            <a:ext cx="2198520" cy="507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.SFNS-Regular_wdth_opsz25B333_GRAD_wght2580000"/>
                <a:ea typeface=".SFNS-Regular_wdth_opsz25B333_GRAD_wght2580000"/>
              </a:rPr>
              <a:t>Questions?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85840" y="6408000"/>
            <a:ext cx="19929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.SFNS-Regular_wdth_opsz120000_GRAD_wght"/>
                <a:ea typeface=".SFNS-Regular_wdth_opsz120000_GRAD_wght"/>
              </a:rPr>
              <a:t>Python Quickstart for ADK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11662920" y="6327720"/>
            <a:ext cx="254880" cy="306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.SFNS-Regular_wdth_opsz180000_GRAD_wght"/>
                <a:ea typeface=".SFNS-Regular_wdth_opsz180000_GRAD_wght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LibreOffice/25.8.4.2$MacOSX_AARCH64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zh-Hant</dc:language>
  <cp:lastModifiedBy/>
  <cp:revision>0</cp:revision>
  <dc:subject/>
  <dc:title/>
</cp:coreProperties>
</file>